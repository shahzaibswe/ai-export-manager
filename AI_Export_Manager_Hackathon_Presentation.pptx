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284C7"/>
                </a:solidFill>
              </a:defRPr>
            </a:pPr>
            <a:r>
              <a:t>CORETECH INNOVATION | OFFICIAL HACKATHON SUBMISSION</a:t>
            </a:r>
          </a:p>
          <a:p>
            <a:pPr>
              <a:defRPr sz="4400" b="1">
                <a:solidFill>
                  <a:srgbClr val="FFFFFF"/>
                </a:solidFill>
              </a:defRPr>
            </a:pPr>
            <a:r>
              <a:t>AI Export Manager</a:t>
            </a:r>
          </a:p>
          <a:p>
            <a:pPr>
              <a:spcAft>
                <a:spcPts val="2400"/>
              </a:spcAft>
              <a:defRPr sz="2000">
                <a:solidFill>
                  <a:srgbClr val="F59E0B"/>
                </a:solidFill>
              </a:defRPr>
            </a:pPr>
            <a:r>
              <a:t>From Urdu description to a live global listing on Alibaba &amp; Amazon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Team Lead: Sufyan Arain | Shahzaib Sheikh | Sehar | Nimra | Zammad</a:t>
            </a:r>
          </a:p>
          <a:p>
            <a:pPr>
              <a:defRPr sz="1200">
                <a:solidFill>
                  <a:srgbClr val="10B981"/>
                </a:solidFill>
              </a:defRPr>
            </a:pPr>
            <a:r>
              <a:t>Live Working Product: http://127.0.0.1:8000 • Sialkot &amp; Faisalabad Export Clusters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CORETECH INNOVATION | NLP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Problem Statement: The Exporter Language &amp; Know-How Barrier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B981"/>
                </a:solidFill>
              </a:defRPr>
            </a:pPr>
            <a:r>
              <a:t>DEMO: http://127.0.0.1:8000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1. Language Barrier</a:t>
            </a:r>
          </a:p>
          <a:p>
            <a:pPr>
              <a:spcAft>
                <a:spcPts val="400"/>
              </a:spcAft>
              <a:defRPr sz="900" b="1">
                <a:solidFill>
                  <a:srgbClr val="10B981"/>
                </a:solidFill>
              </a:defRPr>
            </a:pPr>
            <a:r>
              <a:t>[CRITICAL BARRIER]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Exporters in Sialkot (leather, surgical, sports) and Faisalabad (textiles) think, describe, and negotiate in Urdu / Roman Urdu.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Global buyers on Alibaba &amp; Amazon search strictly in keyword-dense commercial English.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Translators don't know export trade jargon; listings get lost.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2. Listing Complexity</a:t>
            </a:r>
          </a:p>
          <a:p>
            <a:pPr>
              <a:spcAft>
                <a:spcPts val="400"/>
              </a:spcAft>
              <a:defRPr sz="900" b="1">
                <a:solidFill>
                  <a:srgbClr val="10B981"/>
                </a:solidFill>
              </a:defRPr>
            </a:pPr>
            <a:r>
              <a:t>[COMPLIANCE &amp; SEO]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Alibaba &amp; Amazon enforce rigid character limits, required bullet structures, and SEO rules.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Exporters don't know how to write 5 buyer-focused benefit bullets or select 15 high-intent keywords.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Manual copy-paste between external tools is slow, confusing, and error-prone.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3. Pricing &amp; Regulatory Blindspots</a:t>
            </a:r>
          </a:p>
          <a:p>
            <a:pPr>
              <a:spcAft>
                <a:spcPts val="400"/>
              </a:spcAft>
              <a:defRPr sz="900" b="1">
                <a:solidFill>
                  <a:srgbClr val="10B981"/>
                </a:solidFill>
              </a:defRPr>
            </a:pPr>
            <a:r>
              <a:t>[REVENUE LOSS]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Exporters rarely know US/EU market willingness-to-pay; they frequently under-price by 20-30%.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Choosing between Payoneer &amp; Wise by buyer country is confusing.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FBR 0.25% export tax regime &amp; PSEB e-PRC requirements are misunderstood.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CORETECH INNOVATION | NLP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Proposed Solution: End-to-End AI Export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B981"/>
                </a:solidFill>
              </a:defRPr>
            </a:pPr>
            <a:r>
              <a:t>DEMO: http://127.0.0.1:8000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Urdu-First Product Capture</a:t>
            </a:r>
          </a:p>
          <a:p>
            <a:pPr>
              <a:spcAft>
                <a:spcPts val="400"/>
              </a:spcAft>
              <a:defRPr sz="900" b="1">
                <a:solidFill>
                  <a:srgbClr val="10B981"/>
                </a:solidFill>
              </a:defRPr>
            </a:pPr>
            <a:r>
              <a:t>[VOICE &amp; TEXT]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Speak or type in Urdu or Roman Urdu (e.g. 'Mere paas luxury quartz watches hain...')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Speech-to-Text integration (Whisper / Web Speech API) + Unicode &amp; verbal number normalization.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Smart Urdu Slot Dialogue Loop</a:t>
            </a:r>
          </a:p>
          <a:p>
            <a:pPr>
              <a:spcAft>
                <a:spcPts val="400"/>
              </a:spcAft>
              <a:defRPr sz="900" b="1">
                <a:solidFill>
                  <a:srgbClr val="10B981"/>
                </a:solidFill>
              </a:defRPr>
            </a:pPr>
            <a:r>
              <a:t>[ACTIVE DIALOGUE]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Per-category schema verification. If MOQ or material is missing, the AI asks follow-up questions in conversational Urdu.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Customized dynamically for ANY product (Watches, Toys, Balls, Apparel, Surgical).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RAG Generation &amp; 0-100 Quality Scorer</a:t>
            </a:r>
          </a:p>
          <a:p>
            <a:pPr>
              <a:spcAft>
                <a:spcPts val="400"/>
              </a:spcAft>
              <a:defRPr sz="900" b="1">
                <a:solidFill>
                  <a:srgbClr val="10B981"/>
                </a:solidFill>
              </a:defRPr>
            </a:pPr>
            <a:r>
              <a:t>[HIGH CONVERSION]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Top-seller vector style retrieval crafts optimized titles, 5 benefit bullets, and 15 SEO keywords.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Rubric-as-judge scores completeness (0-100) and automatically refines until score &gt;= 80.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93192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1-Click Publish &amp; Negotiation Agent</a:t>
            </a:r>
          </a:p>
          <a:p>
            <a:pPr>
              <a:spcAft>
                <a:spcPts val="400"/>
              </a:spcAft>
              <a:defRPr sz="900" b="1">
                <a:solidFill>
                  <a:srgbClr val="10B981"/>
                </a:solidFill>
              </a:defRPr>
            </a:pPr>
            <a:r>
              <a:t>[HUMAN-IN-THE-LOOP]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One-click publish to simulated Alibaba Trade Showcase &amp; Amazon SP-API.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Autonomous Buyer Communication Agent translates exporter's Urdu replies into professional B2B quotes.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CORETECH INNOVATION | NLP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System Architecture: 5-Layer Production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B981"/>
                </a:solidFill>
              </a:defRPr>
            </a:pPr>
            <a:r>
              <a:t>DEMO: http://127.0.0.1:8000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0116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1. Client Layer</a:t>
            </a:r>
          </a:p>
          <a:p>
            <a:pPr>
              <a:spcAft>
                <a:spcPts val="400"/>
              </a:spcAft>
              <a:defRPr sz="900" b="1">
                <a:solidFill>
                  <a:srgbClr val="10B981"/>
                </a:solidFill>
              </a:defRPr>
            </a:pPr>
            <a:r>
              <a:t>[LAYER 1]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Urdu Voice &amp; Text Input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Real-Time Extracted Chips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Urdu Dialogue Follow-up Card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Quality Score Gauge (0-100)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Live Marketplace Viewers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1371600"/>
            <a:ext cx="20116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2. Application Layer</a:t>
            </a:r>
          </a:p>
          <a:p>
            <a:pPr>
              <a:spcAft>
                <a:spcPts val="400"/>
              </a:spcAft>
              <a:defRPr sz="900" b="1">
                <a:solidFill>
                  <a:srgbClr val="10B981"/>
                </a:solidFill>
              </a:defRPr>
            </a:pPr>
            <a:r>
              <a:t>[LAYER 2]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FastAPI REST Orchestrator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Async Task Queues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JWT &amp; OAuth2 Mock Tokens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Draft &amp; Version History Management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1371600"/>
            <a:ext cx="20116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3. AI / NLP Layer</a:t>
            </a:r>
          </a:p>
          <a:p>
            <a:pPr>
              <a:spcAft>
                <a:spcPts val="400"/>
              </a:spcAft>
              <a:defRPr sz="900" b="1">
                <a:solidFill>
                  <a:srgbClr val="10B981"/>
                </a:solidFill>
              </a:defRPr>
            </a:pPr>
            <a:r>
              <a:t>[LAYER 3]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Preprocessor (Roman Urdu Normalizer)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NER Attribute Extractor (Pydantic)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Conversational Slot Manager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RAG Vector Store &amp; Prompt Generator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Rubric Scorer &amp; Auto-Improve Loop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199" y="1371600"/>
            <a:ext cx="20116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4. Integration Layer</a:t>
            </a:r>
          </a:p>
          <a:p>
            <a:pPr>
              <a:spcAft>
                <a:spcPts val="400"/>
              </a:spcAft>
              <a:defRPr sz="900" b="1">
                <a:solidFill>
                  <a:srgbClr val="10B981"/>
                </a:solidFill>
              </a:defRPr>
            </a:pPr>
            <a:r>
              <a:t>[LAYER 4]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Mock Alibaba Publish API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Mock Amazon SP-API Catalog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Buyer RFQ Webhooks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Payoneer / Wise Fee Calculator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09760" y="1371600"/>
            <a:ext cx="20116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5. Data Layer</a:t>
            </a:r>
          </a:p>
          <a:p>
            <a:pPr>
              <a:spcAft>
                <a:spcPts val="400"/>
              </a:spcAft>
              <a:defRPr sz="900" b="1">
                <a:solidFill>
                  <a:srgbClr val="10B981"/>
                </a:solidFill>
              </a:defRPr>
            </a:pPr>
            <a:r>
              <a:t>[LAYER 5]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SQLite Persistence DB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Curated Top-Seller RAG Store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Market Intelligence Snapshots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Audit &amp; Inquiries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CORETECH INNOVATION | NLP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Methodology: 7-Stage NLP Pipeline &amp; Quality Feedback Loops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B981"/>
                </a:solidFill>
              </a:defRPr>
            </a:pPr>
            <a:r>
              <a:t>DEMO: http://127.0.0.1:8000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106984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0F172A"/>
                </a:solidFill>
              </a:defRPr>
            </a:pPr>
            <a:r>
              <a:t>0. Capture &amp; Normalization: </a:t>
            </a:r>
            <a:r>
              <a:rPr b="0" sz="1000">
                <a:solidFill>
                  <a:srgbClr val="64748B"/>
                </a:solidFill>
              </a:rPr>
              <a:t>Speech/text captured; Roman Urdu mapped ('chamra'-&gt;leather, 'paanch sau'-&gt;500).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93391"/>
            <a:ext cx="106984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0F172A"/>
                </a:solidFill>
              </a:defRPr>
            </a:pPr>
            <a:r>
              <a:t>1. Attribute Extraction (NER): </a:t>
            </a:r>
            <a:r>
              <a:rPr b="0" sz="1000">
                <a:solidFill>
                  <a:srgbClr val="64748B"/>
                </a:solidFill>
              </a:rPr>
              <a:t>Pydantic validated JSON: category, product_type, material, sizes, colors, MOQ, price, lead 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06624"/>
            <a:ext cx="106984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0F172A"/>
                </a:solidFill>
              </a:defRPr>
            </a:pPr>
            <a:r>
              <a:t>2. Smart Slot Check: </a:t>
            </a:r>
            <a:r>
              <a:rPr b="0" sz="1000">
                <a:solidFill>
                  <a:srgbClr val="64748B"/>
                </a:solidFill>
              </a:rPr>
              <a:t>Checks required fields. If incomplete, generates dynamic conversational Urdu prompt.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19856"/>
            <a:ext cx="106984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0F172A"/>
                </a:solidFill>
              </a:defRPr>
            </a:pPr>
            <a:r>
              <a:t>3. RAG Listing Generator: </a:t>
            </a:r>
            <a:r>
              <a:rPr b="0" sz="1000">
                <a:solidFill>
                  <a:srgbClr val="64748B"/>
                </a:solidFill>
              </a:rPr>
              <a:t>Few-shot top-seller retrieval generates title, 5 benefit-driven bullets, and 15 keywords.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33087"/>
            <a:ext cx="106984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0F172A"/>
                </a:solidFill>
              </a:defRPr>
            </a:pPr>
            <a:r>
              <a:t>4. Platform Formatter: </a:t>
            </a:r>
            <a:r>
              <a:rPr b="0" sz="1000">
                <a:solidFill>
                  <a:srgbClr val="64748B"/>
                </a:solidFill>
              </a:rPr>
              <a:t>Formats payloads adhering to Alibaba RFQ (128 char title) and Amazon SP-API limits.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846320"/>
            <a:ext cx="106984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0F172A"/>
                </a:solidFill>
              </a:defRPr>
            </a:pPr>
            <a:r>
              <a:t>5. Quality Scorer (0-100): </a:t>
            </a:r>
            <a:r>
              <a:rPr b="0" sz="1000">
                <a:solidFill>
                  <a:srgbClr val="64748B"/>
                </a:solidFill>
              </a:rPr>
              <a:t>Official rubric: Completeness (30), Title (20), Bullets (20), SEO (15), Compliance (15). Auto-improves if &lt; 80.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559552"/>
            <a:ext cx="106984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0F172A"/>
                </a:solidFill>
              </a:defRPr>
            </a:pPr>
            <a:r>
              <a:t>6. Exporter Approval &amp; Publish: </a:t>
            </a:r>
            <a:r>
              <a:rPr b="0" sz="1000">
                <a:solidFill>
                  <a:srgbClr val="64748B"/>
                </a:solidFill>
              </a:rPr>
              <a:t>Human-in-the-loop: Exporter reviews Urdu summary and clicks Approve to publish live.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CORETECH INNOVATION | NLP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Universal Product Intelligence: Dynamic For ANY Industry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B981"/>
                </a:solidFill>
              </a:defRPr>
            </a:pPr>
            <a:r>
              <a:t>DEMO: http://127.0.0.1:8000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⌚ Watches &amp; Timepieces</a:t>
            </a:r>
          </a:p>
          <a:p>
            <a:pPr>
              <a:spcAft>
                <a:spcPts val="400"/>
              </a:spcAft>
              <a:defRPr sz="900" b="1">
                <a:solidFill>
                  <a:srgbClr val="10B981"/>
                </a:solidFill>
              </a:defRPr>
            </a:pPr>
            <a:r>
              <a:t>[CATEGORY ADAPTIVE]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Detects Quartz, Chronograph, Smartwatches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Follow-up: Stainless Steel 316L, Leather Strap, Water Resistance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Generates dial logo OEM &amp; luxury gift box bullets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🧸 Toys &amp; Kids Products</a:t>
            </a:r>
          </a:p>
          <a:p>
            <a:pPr>
              <a:spcAft>
                <a:spcPts val="400"/>
              </a:spcAft>
              <a:defRPr sz="900" b="1">
                <a:solidFill>
                  <a:srgbClr val="10B981"/>
                </a:solidFill>
              </a:defRPr>
            </a:pPr>
            <a:r>
              <a:t>[CATEGORY ADAPTIVE]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Detects STEM toys, plush, dolls, RC models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Follow-up: Non-toxic ABS plastic, wood, child age group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Generates ASTM F963 &amp; EN71 child safety compliance bullets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⚽ Sports Goods &amp; Balls</a:t>
            </a:r>
          </a:p>
          <a:p>
            <a:pPr>
              <a:spcAft>
                <a:spcPts val="400"/>
              </a:spcAft>
              <a:defRPr sz="900" b="1">
                <a:solidFill>
                  <a:srgbClr val="10B981"/>
                </a:solidFill>
              </a:defRPr>
            </a:pPr>
            <a:r>
              <a:t>[CATEGORY ADAPTIVE]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Detects Footballs, Soccer, Cricket, Boxing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Follow-up: PU leather, 32 panels, official Size 5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Generates tournament aerodynamic flight &amp; federation branding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84048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🧥 Leather &amp; Textiles</a:t>
            </a:r>
          </a:p>
          <a:p>
            <a:pPr>
              <a:spcAft>
                <a:spcPts val="400"/>
              </a:spcAft>
              <a:defRPr sz="900" b="1">
                <a:solidFill>
                  <a:srgbClr val="10B981"/>
                </a:solidFill>
              </a:defRPr>
            </a:pPr>
            <a:r>
              <a:t>[CATEGORY ADAPTIVE]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Detects Leather jackets, coats, hotel towels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Follow-up: Genuine cowhide, cotton GSM, M-XXL sizing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Generates Sialkot/Faisalabad export advantage bullets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CORETECH INNOVATION | NLP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Live UI Showcase: Responsive Exporter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B981"/>
                </a:solidFill>
              </a:defRPr>
            </a:pPr>
            <a:r>
              <a:t>DEMO: http://127.0.0.1:8000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Interactive Exporter Interface</a:t>
            </a:r>
          </a:p>
          <a:p>
            <a:pPr>
              <a:spcAft>
                <a:spcPts val="400"/>
              </a:spcAft>
              <a:defRPr sz="900" b="1">
                <a:solidFill>
                  <a:srgbClr val="10B981"/>
                </a:solidFill>
              </a:defRPr>
            </a:pPr>
            <a:r>
              <a:t>[FRONTEND DASHBOARD]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1. Urdu Text &amp; Voice Input Box with live microphone simulation.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2. One-Click Exporter Presets (Watches, Toys, Footballs, Surgical, Leather, Towels).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3. Live Extracted Attribute Chips (NER Validation).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4. Smart Follow-Up Card in natural Urdu font (Noto Nastaliq Urdu).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5. Generated English Listing Preview (Title, 5 Bullets, 15 Keywords).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6. Urdu Summary Card for final human verification before publishing.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Real-Time Analytics &amp; Scoring</a:t>
            </a:r>
          </a:p>
          <a:p>
            <a:pPr>
              <a:spcAft>
                <a:spcPts val="400"/>
              </a:spcAft>
              <a:defRPr sz="900" b="1">
                <a:solidFill>
                  <a:srgbClr val="10B981"/>
                </a:solidFill>
              </a:defRPr>
            </a:pPr>
            <a:r>
              <a:t>[LIVE METRICS &amp; RADAR]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Composite Quality Scorer (0-100) with visual progress meters.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Rubric breakdown across 5 official judging dimensions.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Auto-Improve Feedback Loop notification (&amp;ge;80 target).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Market Pricing Recommendation Card ($48 suggested vs $40 base).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Payment Gateway Optimizer (Payoneer vs Wise fee calculator).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FBR 0.25% Export Withholding Tax &amp; e-PRC guidance.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CORETECH INNOVATION | NLP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Live Marketplace Integration: Alibaba &amp; Amazon SP-API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B981"/>
                </a:solidFill>
              </a:defRPr>
            </a:pPr>
            <a:r>
              <a:t>DEMO: http://127.0.0.1:8000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Alibaba Trade Showcase Preview</a:t>
            </a:r>
          </a:p>
          <a:p>
            <a:pPr>
              <a:spcAft>
                <a:spcPts val="400"/>
              </a:spcAft>
              <a:defRPr sz="900" b="1">
                <a:solidFill>
                  <a:srgbClr val="10B981"/>
                </a:solidFill>
              </a:defRPr>
            </a:pPr>
            <a:r>
              <a:t>[ALIBABA B2B EXPORT]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Live Route: /marketplace/alibaba/{listing_id}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Verified Gold Supplier badge (Pakistan Country Pavilion).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Trade Assurance Protection guarantee.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Tiered FOB Price range &amp; Minimum Order Quantity (MOQ).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Custom logo embossing &amp; OEM packaging specifications.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Interactive 'Contact Supplier' &amp; 'Request Sample' actions.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Amazon SP-API Product Detail Preview</a:t>
            </a:r>
          </a:p>
          <a:p>
            <a:pPr>
              <a:spcAft>
                <a:spcPts val="400"/>
              </a:spcAft>
              <a:defRPr sz="900" b="1">
                <a:solidFill>
                  <a:srgbClr val="10B981"/>
                </a:solidFill>
              </a:defRPr>
            </a:pPr>
            <a:r>
              <a:t>[AMAZON SP-API CATALOG]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Live Route: /marketplace/amazon/{listing_id}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Amazon Seller Central catalog compliance.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Automatic ASIN allocation (e.g. B08F2A...) &amp; SKU generation.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Standard Buy Box with Price, Cart, and One-Click Buy.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5 Benefit-driven bullets &amp; Product Specifications table.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Country of Origin: Pakistan export certification.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CORETECH INNOVATION | NLP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Autonomous Negotiation: Buyer Communication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B981"/>
                </a:solidFill>
              </a:defRPr>
            </a:pPr>
            <a:r>
              <a:t>DEMO: http://127.0.0.1:8000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1. Buyer Inquiry Received</a:t>
            </a:r>
          </a:p>
          <a:p>
            <a:pPr>
              <a:spcAft>
                <a:spcPts val="400"/>
              </a:spcAft>
              <a:defRPr sz="900" b="1">
                <a:solidFill>
                  <a:srgbClr val="10B981"/>
                </a:solidFill>
              </a:defRPr>
            </a:pPr>
            <a:r>
              <a:t>[INTENT CLASSIFIER]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International buyer sends RFQ or inquiry in English.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Agent classifies intent: MOQ, Custom Pricing, Sample Request, Shipping.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Catalog queries auto-answered in fluent business English.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2. Urdu Escalation Alert</a:t>
            </a:r>
          </a:p>
          <a:p>
            <a:pPr>
              <a:spcAft>
                <a:spcPts val="400"/>
              </a:spcAft>
              <a:defRPr sz="900" b="1">
                <a:solidFill>
                  <a:srgbClr val="10B981"/>
                </a:solidFill>
              </a:defRPr>
            </a:pPr>
            <a:r>
              <a:t>[BILINGUAL ESCALATION]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For custom quotes or custom branding, the agent alerts the exporter in Urdu: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'USA ke buyer Marcus Vance ne custom quote maanga hai. Aap ka kya rate hai?'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Exporter replies casually in Urdu: 'iska rate 26 dollar hai aur 12 din lagain gay'.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3. Tone &amp; Policy Checked Quote</a:t>
            </a:r>
          </a:p>
          <a:p>
            <a:pPr>
              <a:spcAft>
                <a:spcPts val="400"/>
              </a:spcAft>
              <a:defRPr sz="900" b="1">
                <a:solidFill>
                  <a:srgbClr val="10B981"/>
                </a:solidFill>
              </a:defRPr>
            </a:pPr>
            <a:r>
              <a:t>[ENGLISH B2B SYNTHESIS]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Agent converts exporter's Urdu note into professional B2B export English.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Includes polite greeting, quoted price, lead time, ISO compliance statement.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Automated policy filter strips sensitive contact leaks (WhatsApp/phone).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CORETECH INNOVATION | NLP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Hackathon Demo Pitch Video Script (Exact 3-Minute Timing)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B981"/>
                </a:solidFill>
              </a:defRPr>
            </a:pPr>
            <a:r>
              <a:t>DEMO: http://127.0.0.1:8000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106984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0F172A"/>
                </a:solidFill>
              </a:defRPr>
            </a:pPr>
            <a:r>
              <a:t>[0:00 - 0:30] The Hook &amp; Problem: </a:t>
            </a:r>
            <a:r>
              <a:rPr b="0" sz="1000">
                <a:solidFill>
                  <a:srgbClr val="64748B"/>
                </a:solidFill>
              </a:rPr>
              <a:t>Show a real Urdu description from a Sialkot exporter. Ask: 'How does an Urdu speaker reach buyers in the USA without getting ripped off?'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93391"/>
            <a:ext cx="106984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0F172A"/>
                </a:solidFill>
              </a:defRPr>
            </a:pPr>
            <a:r>
              <a:t>[0:30 - 1:00] Voice / Urdu Input: </a:t>
            </a:r>
            <a:r>
              <a:rPr b="0" sz="1000">
                <a:solidFill>
                  <a:srgbClr val="64748B"/>
                </a:solidFill>
              </a:rPr>
              <a:t>Speak or type the Urdu sentence into the dashboard. Show live extracted tags (Product, Material, MOQ, Price) appearing instantly.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06624"/>
            <a:ext cx="106984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0F172A"/>
                </a:solidFill>
              </a:defRPr>
            </a:pPr>
            <a:r>
              <a:t>[1:00 - 1:20] Smart Urdu Slot Loop: </a:t>
            </a:r>
            <a:r>
              <a:rPr b="0" sz="1000">
                <a:solidFill>
                  <a:srgbClr val="64748B"/>
                </a:solidFill>
              </a:rPr>
              <a:t>Demonstrate missing MOQ on surgical scissors. System asks conversational Urdu question. Answer it, watch listing complete.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19856"/>
            <a:ext cx="106984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0F172A"/>
                </a:solidFill>
              </a:defRPr>
            </a:pPr>
            <a:r>
              <a:t>[1:20 - 1:50] RAG Output &amp; 0-100 Score: </a:t>
            </a:r>
            <a:r>
              <a:rPr b="0" sz="1000">
                <a:solidFill>
                  <a:srgbClr val="64748B"/>
                </a:solidFill>
              </a:rPr>
              <a:t>Showcase generated English title, 5 bullets, 15 SEO keywords. Point to 0-100 quality score gauge and auto-improve loop.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33087"/>
            <a:ext cx="106984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0F172A"/>
                </a:solidFill>
              </a:defRPr>
            </a:pPr>
            <a:r>
              <a:t>[1:50 - 2:10] Market Intelligence: </a:t>
            </a:r>
            <a:r>
              <a:rPr b="0" sz="1000">
                <a:solidFill>
                  <a:srgbClr val="64748B"/>
                </a:solidFill>
              </a:rPr>
              <a:t>Show suggested price ($48 vs $40 base), margin radar (+32%), and Payoneer vs Wise FBR 0.25% tax guidance.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846320"/>
            <a:ext cx="106984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0F172A"/>
                </a:solidFill>
              </a:defRPr>
            </a:pPr>
            <a:r>
              <a:t>[2:10 - 2:30] 1-Click Publish Live: </a:t>
            </a:r>
            <a:r>
              <a:rPr b="0" sz="1000">
                <a:solidFill>
                  <a:srgbClr val="64748B"/>
                </a:solidFill>
              </a:rPr>
              <a:t>Click 'Approve &amp; Publish'. Open live Alibaba Trade Showcase and Amazon SP-API pages with live URLs.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559552"/>
            <a:ext cx="106984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0F172A"/>
                </a:solidFill>
              </a:defRPr>
            </a:pPr>
            <a:r>
              <a:t>[2:30 - 3:00] Buyer Agent &amp; Roadmap: </a:t>
            </a:r>
            <a:r>
              <a:rPr b="0" sz="1000">
                <a:solidFill>
                  <a:srgbClr val="64748B"/>
                </a:solidFill>
              </a:rPr>
              <a:t>Demonstrate live buyer inquiry simulation; state honest MVP limitations (mock APIs) and Phase 2-5 roadmap.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CORETECH INNOVATION | NLP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Business Model &amp; 12-Month Execution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B981"/>
                </a:solidFill>
              </a:defRPr>
            </a:pPr>
            <a:r>
              <a:t>DEMO: http://127.0.0.1:8000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SaaS Pricing Tiers</a:t>
            </a:r>
          </a:p>
          <a:p>
            <a:pPr>
              <a:spcAft>
                <a:spcPts val="400"/>
              </a:spcAft>
              <a:defRPr sz="900" b="1">
                <a:solidFill>
                  <a:srgbClr val="10B981"/>
                </a:solidFill>
              </a:defRPr>
            </a:pPr>
            <a:r>
              <a:t>[SUBSCRIPTION TIERS]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Starter ($29/mo): Urdu-to-English listings, Alibaba &amp; Amazon formatting, quality scoring.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Pro ($49/mo): Everything in Starter + Market pricing intelligence + Payment optimizer.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Business ($99/mo): Everything in Pro + Buyer reply agent + FBR tax reports + Priority dispatch.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Path to $1M ARR: 100 paid users by Month 6 ($5k/mo); 1,000+ paid users by Month 12 ($50k+/mo).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69494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12-Month Execution Roadmap</a:t>
            </a:r>
          </a:p>
          <a:p>
            <a:pPr>
              <a:spcAft>
                <a:spcPts val="400"/>
              </a:spcAft>
              <a:defRPr sz="900" b="1">
                <a:solidFill>
                  <a:srgbClr val="10B981"/>
                </a:solidFill>
              </a:defRPr>
            </a:pPr>
            <a:r>
              <a:t>[5-PHASE STAGED EXECUTION]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Phase 1 (Day 1 - Month 1) [Hackathon MVP]: Working demo, 10 exporter interviews in Sialkot, apply for Alibaba &amp; Amazon developer accounts.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Phase 2 (Months 2 - 3) [Official APIs]: Live OAuth2 marketplace connectors, real-time Alibaba RFQ &amp; Amazon SP-API feeds, free beta with 50 exporters.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Phase 3 (Months 4 - 6) [Monetization]: Stripe &amp; Safepay billing live, payment optimizer, tax module launch, target: 100 paying customers ($5k/mo).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Phase 4 (Months 7 - 9) [Scaling]: Buyer auto-reply agent, mobile app for factory managers, regional expansion to Bangladesh &amp; Sri Lanka.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Phase 5 (Months 10 - 12) [Market Leader]: 100-SKU bulk catalog importer, automated competitor price tracking alerts, factory direct sales team.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CORETECH INNOVATION | NLP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Evaluation Metrics &amp; Ethical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B981"/>
                </a:solidFill>
              </a:defRPr>
            </a:pPr>
            <a:r>
              <a:t>DEMO: http://127.0.0.1:8000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Measured Success Metrics</a:t>
            </a:r>
          </a:p>
          <a:p>
            <a:pPr>
              <a:spcAft>
                <a:spcPts val="400"/>
              </a:spcAft>
              <a:defRPr sz="900" b="1">
                <a:solidFill>
                  <a:srgbClr val="10B981"/>
                </a:solidFill>
              </a:defRPr>
            </a:pPr>
            <a:r>
              <a:t>[BENCHMARK TARGETS]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Extraction Accuracy: Field-level F1 score &gt;= 0.85 across test set.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Listing Completeness: 100% of required platform attributes populated.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Quality Rubric Score: Average score &gt;= 80/100 verified by auto-improve loop.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Translation Fidelity: Average &gt;= 4.0 / 5.0 across bilingual reviewers.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Pipeline Latency: End-to-end processing under 1.5 seconds locally.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Test Suite Coverage: 16 automated Pytest unit and integration tests passing.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Ethical AI &amp; Compliance Guarantees</a:t>
            </a:r>
          </a:p>
          <a:p>
            <a:pPr>
              <a:spcAft>
                <a:spcPts val="400"/>
              </a:spcAft>
              <a:defRPr sz="900" b="1">
                <a:solidFill>
                  <a:srgbClr val="10B981"/>
                </a:solidFill>
              </a:defRPr>
            </a:pPr>
            <a:r>
              <a:t>[ETHICS &amp; POLICY]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Originality: 100% original implementation written from scratch during building days.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Zero Shop Password Leaks: OAuth2 tokens only; zero stored passwords.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No Hallucinated Claims: Generation constrained to extracted JSON attributes.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Human-in-the-Loop: No listing or quotation is published without explicit exporter approval.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FBR Tax Compliance: Strict guidance on 0.25% regime &amp; bank e-PRC documentation.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CORETECH INNOVATION | NLP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Team CoreTech Innovation &amp; Shared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B981"/>
                </a:solidFill>
              </a:defRPr>
            </a:pPr>
            <a:r>
              <a:t>DEMO: http://127.0.0.1:8000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1069848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0F172A"/>
                </a:solidFill>
              </a:defRPr>
            </a:pPr>
            <a:r>
              <a:t>Sufyan Arain </a:t>
            </a:r>
            <a:r>
              <a:rPr b="1" sz="1100">
                <a:solidFill>
                  <a:srgbClr val="0284C7"/>
                </a:solidFill>
              </a:rPr>
              <a:t>— TEAM LEAD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Primary Contributions: Project architecture, integration, demo pitch, final submission delivery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40280"/>
            <a:ext cx="1069848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0F172A"/>
                </a:solidFill>
              </a:defRPr>
            </a:pPr>
            <a:r>
              <a:t>Shahzaib Sheikh </a:t>
            </a:r>
            <a:r>
              <a:rPr b="1" sz="1100">
                <a:solidFill>
                  <a:srgbClr val="0284C7"/>
                </a:solidFill>
              </a:rPr>
              <a:t>— BACKEND DEVELOPER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Primary Contributions: FastAPI microservices, mock marketplace APIs, SQLite database schema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00400"/>
            <a:ext cx="1069848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0F172A"/>
                </a:solidFill>
              </a:defRPr>
            </a:pPr>
            <a:r>
              <a:t>Sehar </a:t>
            </a:r>
            <a:r>
              <a:rPr b="1" sz="1100">
                <a:solidFill>
                  <a:srgbClr val="0284C7"/>
                </a:solidFill>
              </a:rPr>
              <a:t>— AI / ML ENGINEER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Primary Contributions: NLP pipeline, prompt engineering, rubric scoring engine, RAG store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60520"/>
            <a:ext cx="1069848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0F172A"/>
                </a:solidFill>
              </a:defRPr>
            </a:pPr>
            <a:r>
              <a:t>Nimra </a:t>
            </a:r>
            <a:r>
              <a:rPr b="1" sz="1100">
                <a:solidFill>
                  <a:srgbClr val="0284C7"/>
                </a:solidFill>
              </a:rPr>
              <a:t>— UI / UX DESIGNER &amp; FRONTEND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Primary Contributions: Responsive dashboard layout, Noto Nastaliq Urdu styling, live preview pages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120640"/>
            <a:ext cx="1069848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0F172A"/>
                </a:solidFill>
              </a:defRPr>
            </a:pPr>
            <a:r>
              <a:t>Zammad </a:t>
            </a:r>
            <a:r>
              <a:rPr b="1" sz="1100">
                <a:solidFill>
                  <a:srgbClr val="0284C7"/>
                </a:solidFill>
              </a:rPr>
              <a:t>— RESEARCHER &amp; DOCUMENTATION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Primary Contributions: Sialkot/Faisalabad export pain points, test datasets, README &amp; pitch script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CORETECH INNOVATION | NLP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Official Submission Deliverables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B981"/>
                </a:solidFill>
              </a:defRPr>
            </a:pPr>
            <a:r>
              <a:t>DEMO: http://127.0.0.1:8000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Official Submission Requirements</a:t>
            </a:r>
          </a:p>
          <a:p>
            <a:pPr>
              <a:spcAft>
                <a:spcPts val="400"/>
              </a:spcAft>
              <a:defRPr sz="900" b="1">
                <a:solidFill>
                  <a:srgbClr val="10B981"/>
                </a:solidFill>
              </a:defRPr>
            </a:pPr>
            <a:r>
              <a:t>[100% READY FOR JUDGING]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[DONE] Working Product Link: Live FastAPI server on localhost:8000.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[DONE] Recorded Demo Video: Scripted for 3-minute pitch (cues provided).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[DONE] Written Description: Executive summary, problem, solution, architecture.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[DONE] GitHub Repository: Clean Git commit history, clear license.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[DONE] Professional README: Tech stack, setup steps, methodology, team roles.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[DONE] Live Mock Marketplaces: Authentic Alibaba &amp; Amazon pages.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Judging Criteria Alignment (100%)</a:t>
            </a:r>
          </a:p>
          <a:p>
            <a:pPr>
              <a:spcAft>
                <a:spcPts val="400"/>
              </a:spcAft>
              <a:defRPr sz="900" b="1">
                <a:solidFill>
                  <a:srgbClr val="10B981"/>
                </a:solidFill>
              </a:defRPr>
            </a:pPr>
            <a:r>
              <a:t>[MAXIMUM SCORING STRATEGY]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Innovation (25%): Urdu-first voice/text NLP, slot filling, RAG generation, quality scoring loop.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Impact (25%): Directly addresses Pakistan's $30B+ export cluster language barrier.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Feasibility (25%): Working MVP with zero paid API blockers; honest limitations and 12-month plan.</a:t>
            </a:r>
          </a:p>
          <a:p>
            <a:pPr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Presentation (25%): Structured 3-min pitch, complete deck, diagrams, and live demo.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AI Export Manager</a:t>
            </a:r>
          </a:p>
          <a:p>
            <a:pPr>
              <a:spcAft>
                <a:spcPts val="2000"/>
              </a:spcAft>
              <a:defRPr sz="1800">
                <a:solidFill>
                  <a:srgbClr val="F59E0B"/>
                </a:solidFill>
              </a:defRPr>
            </a:pPr>
            <a:r>
              <a:t>Thank You Judges &amp; Mentors — Ready for Live Demonstration &amp; Q&amp;A</a:t>
            </a:r>
          </a:p>
          <a:p>
            <a:pPr>
              <a:defRPr sz="1400">
                <a:solidFill>
                  <a:srgbClr val="10B981"/>
                </a:solidFill>
              </a:defRPr>
            </a:pPr>
            <a:r>
              <a:t>• Live Dashboard URL: http://127.0.0.1:8000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CoreTech Innovation Team: Sufyan Arain, Shahzaib Sheikh, Sehar, Nimra, Zammad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• Project Location: C:\Users\n tech\.gemini\antigravity\scratch\ai-export-manager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